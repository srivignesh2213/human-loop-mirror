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2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8288000" cy="10287000"/>
  <p:notesSz cx="6858000" cy="9144000"/>
  <p:embeddedFontLst>
    <p:embeddedFont>
      <p:font typeface="Poppins Bold" panose="020B0604020202020204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veenraja V M" initials="NV" lastIdx="1" clrIdx="0">
    <p:extLst>
      <p:ext uri="{19B8F6BF-5375-455C-9EA6-DF929625EA0E}">
        <p15:presenceInfo xmlns:p15="http://schemas.microsoft.com/office/powerpoint/2012/main" userId="b6463202b5f400b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411D"/>
    <a:srgbClr val="C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>
        <p:scale>
          <a:sx n="66" d="100"/>
          <a:sy n="66" d="100"/>
        </p:scale>
        <p:origin x="4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8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8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8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8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2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8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4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8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5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8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6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6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8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6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6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7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87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7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3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83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3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7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7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87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8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4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4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84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5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8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3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8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3B7626EC-81B8-104F-DEED-605E12BA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" y="0"/>
            <a:ext cx="18284372" cy="10287000"/>
          </a:xfrm>
          <a:prstGeom prst="rect">
            <a:avLst/>
          </a:prstGeom>
        </p:spPr>
      </p:pic>
      <p:grpSp>
        <p:nvGrpSpPr>
          <p:cNvPr id="25" name="Group 2"/>
          <p:cNvGrpSpPr/>
          <p:nvPr/>
        </p:nvGrpSpPr>
        <p:grpSpPr>
          <a:xfrm>
            <a:off x="3830954" y="-293195"/>
            <a:ext cx="9038091" cy="1550495"/>
            <a:chOff x="5104872" y="-76618"/>
            <a:chExt cx="12050788" cy="2067326"/>
          </a:xfrm>
        </p:grpSpPr>
        <p:sp>
          <p:nvSpPr>
            <p:cNvPr id="1048591" name="TextBox 11"/>
            <p:cNvSpPr txBox="1"/>
            <p:nvPr/>
          </p:nvSpPr>
          <p:spPr>
            <a:xfrm>
              <a:off x="15366736" y="-76618"/>
              <a:ext cx="1788924" cy="1708657"/>
            </a:xfrm>
            <a:prstGeom prst="rect">
              <a:avLst/>
            </a:prstGeom>
          </p:spPr>
          <p:txBody>
            <a:bodyPr lIns="32471" tIns="32471" rIns="32471" bIns="32471" rtlCol="0" anchor="ctr"/>
            <a:lstStyle/>
            <a:p>
              <a:pPr algn="ctr">
                <a:lnSpc>
                  <a:spcPts val="5040"/>
                </a:lnSpc>
              </a:pPr>
              <a:endParaRPr/>
            </a:p>
          </p:txBody>
        </p:sp>
        <p:sp>
          <p:nvSpPr>
            <p:cNvPr id="1048594" name="TextBox 15"/>
            <p:cNvSpPr txBox="1"/>
            <p:nvPr/>
          </p:nvSpPr>
          <p:spPr>
            <a:xfrm>
              <a:off x="11641973" y="80276"/>
              <a:ext cx="3153264" cy="1656305"/>
            </a:xfrm>
            <a:prstGeom prst="rect">
              <a:avLst/>
            </a:prstGeom>
          </p:spPr>
          <p:txBody>
            <a:bodyPr lIns="31476" tIns="31476" rIns="31476" bIns="31476" rtlCol="0" anchor="ctr"/>
            <a:lstStyle/>
            <a:p>
              <a:pPr algn="ctr">
                <a:lnSpc>
                  <a:spcPts val="5040"/>
                </a:lnSpc>
              </a:pPr>
              <a:endParaRPr/>
            </a:p>
          </p:txBody>
        </p:sp>
        <p:sp>
          <p:nvSpPr>
            <p:cNvPr id="1048598" name="Freeform 19"/>
            <p:cNvSpPr/>
            <p:nvPr/>
          </p:nvSpPr>
          <p:spPr>
            <a:xfrm rot="5400000" flipV="1">
              <a:off x="7788900" y="1105899"/>
              <a:ext cx="1708657" cy="60961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411D"/>
            </a:solidFill>
          </p:spPr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B75E8290-AC79-D111-899F-77E4C07170D2}"/>
                </a:ext>
              </a:extLst>
            </p:cNvPr>
            <p:cNvSpPr/>
            <p:nvPr/>
          </p:nvSpPr>
          <p:spPr>
            <a:xfrm rot="5400000" flipV="1">
              <a:off x="4281024" y="1105898"/>
              <a:ext cx="1708657" cy="60961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411D"/>
            </a:solidFill>
          </p:spPr>
        </p:sp>
      </p:grpSp>
      <p:sp>
        <p:nvSpPr>
          <p:cNvPr id="1048606" name="TextBox 27"/>
          <p:cNvSpPr txBox="1"/>
          <p:nvPr/>
        </p:nvSpPr>
        <p:spPr>
          <a:xfrm>
            <a:off x="705098" y="2862579"/>
            <a:ext cx="13163302" cy="610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6D411D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TITLE:</a:t>
            </a:r>
          </a:p>
        </p:txBody>
      </p:sp>
      <p:sp>
        <p:nvSpPr>
          <p:cNvPr id="1048607" name="TextBox 28"/>
          <p:cNvSpPr txBox="1"/>
          <p:nvPr/>
        </p:nvSpPr>
        <p:spPr>
          <a:xfrm>
            <a:off x="783439" y="3925889"/>
            <a:ext cx="7076440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5" b="1" dirty="0">
                <a:solidFill>
                  <a:srgbClr val="6D411D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TEAM NAME:</a:t>
            </a:r>
            <a:endParaRPr lang="en-IN" altLang="en-US" sz="2405" b="1" dirty="0">
              <a:solidFill>
                <a:srgbClr val="6D411D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048608" name="TextBox 29"/>
          <p:cNvSpPr txBox="1"/>
          <p:nvPr/>
        </p:nvSpPr>
        <p:spPr>
          <a:xfrm>
            <a:off x="837367" y="4709478"/>
            <a:ext cx="3342640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5" b="1" dirty="0">
                <a:solidFill>
                  <a:srgbClr val="6D411D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TEAM ID:</a:t>
            </a:r>
            <a:endParaRPr lang="en-IN" altLang="en-US" sz="2405" b="1" dirty="0">
              <a:solidFill>
                <a:srgbClr val="6D411D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048610" name="TextBox 31"/>
          <p:cNvSpPr txBox="1"/>
          <p:nvPr/>
        </p:nvSpPr>
        <p:spPr>
          <a:xfrm>
            <a:off x="837565" y="5370830"/>
            <a:ext cx="6802755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5" b="1" dirty="0">
                <a:solidFill>
                  <a:srgbClr val="6D411D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DOMAIN:</a:t>
            </a:r>
            <a:endParaRPr lang="en-IN" altLang="en-US" sz="2405" b="1" dirty="0">
              <a:solidFill>
                <a:srgbClr val="6D411D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048611" name="TextBox 32"/>
          <p:cNvSpPr txBox="1"/>
          <p:nvPr/>
        </p:nvSpPr>
        <p:spPr>
          <a:xfrm>
            <a:off x="837565" y="6518910"/>
            <a:ext cx="6167755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5" b="1" dirty="0">
                <a:solidFill>
                  <a:srgbClr val="6D411D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MEMBER-1 NAME:</a:t>
            </a:r>
            <a:endParaRPr lang="en-IN" altLang="en-US" sz="2405" b="1" dirty="0">
              <a:solidFill>
                <a:srgbClr val="6D411D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048612" name="TextBox 33"/>
          <p:cNvSpPr txBox="1"/>
          <p:nvPr/>
        </p:nvSpPr>
        <p:spPr>
          <a:xfrm>
            <a:off x="837565" y="7095490"/>
            <a:ext cx="6078220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5" b="1" dirty="0">
                <a:solidFill>
                  <a:srgbClr val="6D411D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MEMBER-2 NAME:</a:t>
            </a:r>
            <a:endParaRPr lang="en-IN" altLang="en-US" sz="2405" b="1" dirty="0">
              <a:solidFill>
                <a:srgbClr val="6D411D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048613" name="TextBox 34"/>
          <p:cNvSpPr txBox="1"/>
          <p:nvPr/>
        </p:nvSpPr>
        <p:spPr>
          <a:xfrm>
            <a:off x="837565" y="7672705"/>
            <a:ext cx="6243955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5" b="1" dirty="0">
                <a:solidFill>
                  <a:srgbClr val="6D411D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MEMBER-3 NAME:</a:t>
            </a:r>
            <a:endParaRPr lang="en-IN" altLang="en-US" sz="2405" b="1" dirty="0">
              <a:solidFill>
                <a:srgbClr val="6D411D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38C626DB-B973-D0EC-ED34-69A1E594E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742" y="2069375"/>
            <a:ext cx="8245752" cy="7636144"/>
          </a:xfrm>
          <a:prstGeom prst="rect">
            <a:avLst/>
          </a:prstGeom>
        </p:spPr>
      </p:pic>
      <p:sp>
        <p:nvSpPr>
          <p:cNvPr id="1048614" name="TextBox 37"/>
          <p:cNvSpPr txBox="1"/>
          <p:nvPr/>
        </p:nvSpPr>
        <p:spPr>
          <a:xfrm>
            <a:off x="837565" y="5942330"/>
            <a:ext cx="6372860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0"/>
              </a:lnSpc>
              <a:spcBef>
                <a:spcPct val="0"/>
              </a:spcBef>
            </a:pPr>
            <a:r>
              <a:rPr lang="en-US" sz="2405" b="1" dirty="0">
                <a:solidFill>
                  <a:srgbClr val="6D411D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TEAM LEADER NAME:</a:t>
            </a:r>
            <a:endParaRPr lang="en-IN" altLang="en-US" sz="2405" b="1" dirty="0">
              <a:solidFill>
                <a:srgbClr val="6D411D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pic>
        <p:nvPicPr>
          <p:cNvPr id="4" name="Picture 3" descr="Campus - Erode Sengunthar Engineering College">
            <a:extLst>
              <a:ext uri="{FF2B5EF4-FFF2-40B4-BE49-F238E27FC236}">
                <a16:creationId xmlns:a16="http://schemas.microsoft.com/office/drawing/2014/main" id="{AF723CEC-1DA5-669C-608F-677095A72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82" y="571500"/>
            <a:ext cx="2986918" cy="5110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CC4CC6-07E2-9F43-09F8-29A643F4A537}"/>
              </a:ext>
            </a:extLst>
          </p:cNvPr>
          <p:cNvSpPr txBox="1"/>
          <p:nvPr/>
        </p:nvSpPr>
        <p:spPr>
          <a:xfrm>
            <a:off x="9372600" y="190500"/>
            <a:ext cx="3711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THIS SPACE FOR SOLUTION RELATED WEBSITES OR OTER LOGO’S 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4795352-AB05-EF2A-5362-C57698DAE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9291" y="2017007"/>
            <a:ext cx="6346718" cy="423114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8A46FB7-39CC-1AC9-16BE-C39AF309C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4545" y="5122861"/>
            <a:ext cx="3013210" cy="45277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56419FA-A186-1371-1D80-4B184B153B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1140" y="2017007"/>
            <a:ext cx="2736160" cy="411140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B144A08-7E5B-7E45-BCE0-78241B70FB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7229" y="3299052"/>
            <a:ext cx="1759115" cy="2643278"/>
          </a:xfrm>
          <a:prstGeom prst="rect">
            <a:avLst/>
          </a:prstGeom>
        </p:spPr>
      </p:pic>
      <p:pic>
        <p:nvPicPr>
          <p:cNvPr id="1048576" name="Picture 1048575">
            <a:extLst>
              <a:ext uri="{FF2B5EF4-FFF2-40B4-BE49-F238E27FC236}">
                <a16:creationId xmlns:a16="http://schemas.microsoft.com/office/drawing/2014/main" id="{115C9DB5-326F-D021-A725-F9BF64B36D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0" y="-419100"/>
            <a:ext cx="2151024" cy="21510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6DD778DD-8421-D376-469C-3A0B44860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CDEEC6-2E77-5284-802B-EDC2B7E49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50" y="125293"/>
            <a:ext cx="4808150" cy="1284407"/>
          </a:xfrm>
          <a:prstGeom prst="rect">
            <a:avLst/>
          </a:prstGeom>
        </p:spPr>
      </p:pic>
      <p:sp>
        <p:nvSpPr>
          <p:cNvPr id="1048637" name="TextBox 28"/>
          <p:cNvSpPr txBox="1"/>
          <p:nvPr/>
        </p:nvSpPr>
        <p:spPr>
          <a:xfrm>
            <a:off x="-152400" y="539880"/>
            <a:ext cx="4562930" cy="48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70" b="1" dirty="0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PROBLEM STATEMENT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38D32E-4984-77BE-B9AD-55AD122548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534993"/>
            <a:ext cx="8245752" cy="76361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">
            <a:extLst>
              <a:ext uri="{FF2B5EF4-FFF2-40B4-BE49-F238E27FC236}">
                <a16:creationId xmlns:a16="http://schemas.microsoft.com/office/drawing/2014/main" id="{830EF80E-D0B9-D333-EA4E-C4A490EBB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A0CE95-9A50-F838-BE20-7B97A1E8F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"/>
            <a:ext cx="4808150" cy="1284407"/>
          </a:xfrm>
          <a:prstGeom prst="rect">
            <a:avLst/>
          </a:prstGeom>
        </p:spPr>
      </p:pic>
      <p:sp>
        <p:nvSpPr>
          <p:cNvPr id="1048661" name="TextBox 28"/>
          <p:cNvSpPr txBox="1"/>
          <p:nvPr/>
        </p:nvSpPr>
        <p:spPr>
          <a:xfrm>
            <a:off x="-152400" y="495300"/>
            <a:ext cx="4562930" cy="48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70" b="1" dirty="0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PROPOSED SOLUTION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953C37-6B62-B7D7-7F92-AC22778BF3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0" y="1325428"/>
            <a:ext cx="8245752" cy="76361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5EEF6CC5-5EA6-B284-2BDF-5789203C9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792A4-9F38-B8BC-2C07-76CC9A132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3962400" cy="1284407"/>
          </a:xfrm>
          <a:prstGeom prst="rect">
            <a:avLst/>
          </a:prstGeom>
        </p:spPr>
      </p:pic>
      <p:sp>
        <p:nvSpPr>
          <p:cNvPr id="1048685" name="TextBox 28"/>
          <p:cNvSpPr txBox="1"/>
          <p:nvPr/>
        </p:nvSpPr>
        <p:spPr>
          <a:xfrm>
            <a:off x="76200" y="571500"/>
            <a:ext cx="3003088" cy="5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5"/>
              </a:lnSpc>
              <a:spcBef>
                <a:spcPct val="0"/>
              </a:spcBef>
            </a:pPr>
            <a:r>
              <a:rPr lang="en-US" sz="3270" b="1" dirty="0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OBJECTIVE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755EAB-CF15-B974-32F9-60127B1B5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0" y="1325428"/>
            <a:ext cx="8245752" cy="76361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E2F91438-4E43-5659-7F5E-FEE151382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FA8464-CDA6-C8B6-D240-5D1E7F5E5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3962400" cy="1284407"/>
          </a:xfrm>
          <a:prstGeom prst="rect">
            <a:avLst/>
          </a:prstGeom>
        </p:spPr>
      </p:pic>
      <p:sp>
        <p:nvSpPr>
          <p:cNvPr id="1048709" name="TextBox 28"/>
          <p:cNvSpPr txBox="1"/>
          <p:nvPr/>
        </p:nvSpPr>
        <p:spPr>
          <a:xfrm>
            <a:off x="0" y="542291"/>
            <a:ext cx="3632555" cy="5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5"/>
              </a:lnSpc>
              <a:spcBef>
                <a:spcPct val="0"/>
              </a:spcBef>
            </a:pPr>
            <a:r>
              <a:rPr lang="en-US" sz="327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METHODOLOGY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35CC2E-826D-48D1-9D38-9FBF712236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0" y="1325428"/>
            <a:ext cx="8245752" cy="76361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mage">
            <a:extLst>
              <a:ext uri="{FF2B5EF4-FFF2-40B4-BE49-F238E27FC236}">
                <a16:creationId xmlns:a16="http://schemas.microsoft.com/office/drawing/2014/main" id="{7223EBBE-7F69-A0D6-F297-0244844D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37E4F8-48DF-B2DE-8FAE-771318528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3962400" cy="1284407"/>
          </a:xfrm>
          <a:prstGeom prst="rect">
            <a:avLst/>
          </a:prstGeom>
        </p:spPr>
      </p:pic>
      <p:sp>
        <p:nvSpPr>
          <p:cNvPr id="1048733" name="TextBox 28"/>
          <p:cNvSpPr txBox="1"/>
          <p:nvPr/>
        </p:nvSpPr>
        <p:spPr>
          <a:xfrm>
            <a:off x="-28775" y="525038"/>
            <a:ext cx="3632555" cy="5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5"/>
              </a:lnSpc>
              <a:spcBef>
                <a:spcPct val="0"/>
              </a:spcBef>
            </a:pPr>
            <a:r>
              <a:rPr lang="en-US" sz="3270" b="1" dirty="0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WORKFLOW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FA6F56-6753-E034-95F8-392B404D1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0" y="1325428"/>
            <a:ext cx="8245752" cy="76361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BB70C12D-1E1B-DA84-7EF7-F4A9B9FED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0ACE71-FC78-29DB-6324-0123DB738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5562600" cy="1284407"/>
          </a:xfrm>
          <a:prstGeom prst="rect">
            <a:avLst/>
          </a:prstGeom>
        </p:spPr>
      </p:pic>
      <p:sp>
        <p:nvSpPr>
          <p:cNvPr id="1048756" name="TextBox 28"/>
          <p:cNvSpPr txBox="1"/>
          <p:nvPr/>
        </p:nvSpPr>
        <p:spPr>
          <a:xfrm>
            <a:off x="-76200" y="514788"/>
            <a:ext cx="5131613" cy="54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  <a:spcBef>
                <a:spcPct val="0"/>
              </a:spcBef>
            </a:pPr>
            <a:r>
              <a:rPr lang="en-US" sz="315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SYSTEM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AD4097-CAB2-3942-EE79-344F0A742E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0" y="1325428"/>
            <a:ext cx="8245752" cy="7636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AACEEAAA-C008-88E3-3E4E-1B68CA94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078243-22DA-86AC-C73C-248E2DD6C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4267200" cy="1284407"/>
          </a:xfrm>
          <a:prstGeom prst="rect">
            <a:avLst/>
          </a:prstGeom>
        </p:spPr>
      </p:pic>
      <p:sp>
        <p:nvSpPr>
          <p:cNvPr id="1048779" name="TextBox 28"/>
          <p:cNvSpPr txBox="1"/>
          <p:nvPr/>
        </p:nvSpPr>
        <p:spPr>
          <a:xfrm>
            <a:off x="-685800" y="563545"/>
            <a:ext cx="5131613" cy="54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  <a:spcBef>
                <a:spcPct val="0"/>
              </a:spcBef>
            </a:pPr>
            <a:r>
              <a:rPr lang="en-US" sz="3150" b="1" dirty="0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IMPLEMENTATION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94288A-B8B6-3011-445A-2E19A0180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0" y="1325428"/>
            <a:ext cx="8245752" cy="76361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">
            <a:extLst>
              <a:ext uri="{FF2B5EF4-FFF2-40B4-BE49-F238E27FC236}">
                <a16:creationId xmlns:a16="http://schemas.microsoft.com/office/drawing/2014/main" id="{4A947549-3108-41ED-0746-83935A90B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5E6DC2-C168-0EC7-0403-126652CB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4191000" cy="1284407"/>
          </a:xfrm>
          <a:prstGeom prst="rect">
            <a:avLst/>
          </a:prstGeom>
        </p:spPr>
      </p:pic>
      <p:sp>
        <p:nvSpPr>
          <p:cNvPr id="1048802" name="TextBox 28"/>
          <p:cNvSpPr txBox="1"/>
          <p:nvPr/>
        </p:nvSpPr>
        <p:spPr>
          <a:xfrm>
            <a:off x="-685800" y="522808"/>
            <a:ext cx="5131613" cy="54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  <a:spcBef>
                <a:spcPct val="0"/>
              </a:spcBef>
            </a:pPr>
            <a:r>
              <a:rPr lang="en-US" sz="3150" b="1" dirty="0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IMPLEMENTATION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0B19F9-38A8-3304-F915-16F3E7B29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150" y="1325428"/>
            <a:ext cx="8245752" cy="7636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">
            <a:extLst>
              <a:ext uri="{FF2B5EF4-FFF2-40B4-BE49-F238E27FC236}">
                <a16:creationId xmlns:a16="http://schemas.microsoft.com/office/drawing/2014/main" id="{7DBB2B46-1DB3-3AD8-9F19-D1450F82F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048825" name="Freeform 27"/>
          <p:cNvSpPr/>
          <p:nvPr/>
        </p:nvSpPr>
        <p:spPr>
          <a:xfrm>
            <a:off x="4419600" y="2857500"/>
            <a:ext cx="9767927" cy="5170896"/>
          </a:xfrm>
          <a:custGeom>
            <a:avLst/>
            <a:gdLst/>
            <a:ahLst/>
            <a:cxnLst/>
            <a:rect l="l" t="t" r="r" b="b"/>
            <a:pathLst>
              <a:path w="9767927" h="5170896">
                <a:moveTo>
                  <a:pt x="0" y="0"/>
                </a:moveTo>
                <a:lnTo>
                  <a:pt x="9767927" y="0"/>
                </a:lnTo>
                <a:lnTo>
                  <a:pt x="9767927" y="5170896"/>
                </a:lnTo>
                <a:lnTo>
                  <a:pt x="0" y="5170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</Words>
  <Application>Microsoft Office PowerPoint</Application>
  <PresentationFormat>Custom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Poppins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dc:creator>motorola edge 70 fusion</dc:creator>
  <cp:lastModifiedBy>Naveenraja V M</cp:lastModifiedBy>
  <cp:revision>2</cp:revision>
  <dcterms:created xsi:type="dcterms:W3CDTF">2006-08-15T13:00:00Z</dcterms:created>
  <dcterms:modified xsi:type="dcterms:W3CDTF">2026-09-28T17:07:51Z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1b1bae9e81f54a55bb3e6199b0231bd3_23</vt:lpwstr>
  </property>
  <property fmtid="{D5CDD505-2E9C-101B-9397-08002B2CF9AE}" pid="3" name="KSOProductBuildVer">
    <vt:lpwstr>2057-12.2.0.23206</vt:lpwstr>
  </property>
</Properties>
</file>